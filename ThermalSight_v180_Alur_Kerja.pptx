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rial"/>
              </a:rPr>
              <a:t>ThermalSight v1.8.0</a:t>
            </a:r>
          </a:p>
          <a:p>
            <a:pPr>
              <a:spcBef>
                <a:spcPts val="1200"/>
              </a:spcBef>
            </a:pPr>
            <a:r>
              <a:rPr sz="2400" b="1">
                <a:solidFill>
                  <a:srgbClr val="0369A1"/>
                </a:solidFill>
                <a:latin typeface="Arial"/>
              </a:rPr>
              <a:t>Alur Kerja Pengolahan &amp; Analisis Foto Panas (Termal) Telapak Kaki</a:t>
            </a:r>
          </a:p>
          <a:p>
            <a:pPr>
              <a:spcBef>
                <a:spcPts val="1600"/>
              </a:spcBef>
            </a:pPr>
            <a:r>
              <a:rPr sz="1600">
                <a:solidFill>
                  <a:srgbClr val="334155"/>
                </a:solidFill>
                <a:latin typeface="Arial"/>
              </a:rPr>
              <a:t>Panduan Sederhana &amp; Lengkap: Dari Foto Kamera FLIR hingga Menjadi Hasil Analisis Siap Pakai</a:t>
            </a:r>
          </a:p>
          <a:p>
            <a:pPr>
              <a:spcBef>
                <a:spcPts val="3600"/>
              </a:spcBef>
            </a:pPr>
            <a:r>
              <a:rPr sz="1300">
                <a:solidFill>
                  <a:srgbClr val="64748B"/>
                </a:solidFill>
                <a:latin typeface="Arial"/>
              </a:rPr>
              <a:t>Disusun secara ringkas, jelas, dan mudah dipahami untuk pembaca umum maupun klinisi.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LANGKAH 1  </a:t>
            </a:r>
            <a:r>
              <a:rPr sz="2800" b="1">
                <a:solidFill>
                  <a:srgbClr val="0F172A"/>
                </a:solidFill>
                <a:latin typeface="Arial"/>
              </a:rPr>
              <a:t>Data Masukan (Input Gambar)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Jenis foto yang dimasukkan ke dalam aplikasi ThermalSight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1. Foto Kamera Panas (FLIR)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Menggunakan foto asli dari kamera termal FLIR (format .jpg, .png, atau .tiff).
• Bukan sekadar foto warna biasa, melainkan foto khusus yang menyimpan data derajat panas (termal).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2. Bebas Pilih Mode Masukan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Bisa memasukkan 1 foto tunggal untuk diperiksa cepat.
• Atau memasukkan 1 folder berisi puluhan foto urutan pasien (mode sekuens).
• Bisa juga langsung geser dan lepas (drag &amp; drop) foto ke layar.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3. Saringan Otomatis Pintar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Jika memilih folder yang di dalamnya ada subfolder hasil sebelumnya (_Result atau _analysis), aplikasi otomatis mengabaikannya.
• Hanya foto utama di folder terluar yang dimuat, sehingga tidak akan tercampur aduk.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LANGKAH 2  </a:t>
            </a:r>
            <a:r>
              <a:rPr sz="2800" b="1">
                <a:solidFill>
                  <a:srgbClr val="0F172A"/>
                </a:solidFill>
                <a:latin typeface="Arial"/>
              </a:rPr>
              <a:t>Pembersihan Gambar (Proses FLIR Sensor Asli)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Cara aplikasi membersihkan gambar agar foto kaki menjadi bersih alami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175504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Tantangan Foto Bawaan Kamera FLIR:
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Kamera FLIR biasanya menaruh banyak aksesoris yang menutupi gambar:
• Tulisan suhu di pojok (contoh: teks '35.0 °C')
• Logo tulisan merek 'FLIR' di pojok bawah
• Mistar skala warna (colorbar) di tepi kanan
• Tanda silang (titik fokus) di tengah gambar
Jika dihapus dengan cara menambal biasa (blur/inpaint), gambar telapak kaki akan menjadi buram dan tidak akurat.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2784" y="2011680"/>
            <a:ext cx="5175504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369A1"/>
                </a:solidFill>
                <a:latin typeface="Arial"/>
              </a:rPr>
              <a:t>Solusi v1.8.0: Mode Mula-mula (Sensor Murni)
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Aplikasi membaca angka suhu mentah langsung dari dalam file (menggunakan pustaka 'flyr' dan rumus fisika Planck):
✓ Tidak ada tambalan blur atau coretan buatan sama sekali.
✓ Logo, tulisan '35°C', dan mistar warna hilang secara alami.
✓ Nilai suhu setiap titik dipertahankan 100% akurat sesuai pembacaan sensor kamera.
Hasil: Anda memperoleh gambar telapak kaki yang bersih total, bening, dan siap dianalisis.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LANGKAH 3  </a:t>
            </a:r>
            <a:r>
              <a:rPr sz="2800" b="1">
                <a:solidFill>
                  <a:srgbClr val="0F172A"/>
                </a:solidFill>
                <a:latin typeface="Arial"/>
              </a:rPr>
              <a:t>Alur Kerja Pemakaian Aplikasi (4 Tahap Praktis)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Langkah demi langkah yang dilakukan pengguna dari awal sampai selesai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TAHAP 1
</a:t>
            </a:r>
            <a:r>
              <a:rPr sz="1800" b="1">
                <a:solidFill>
                  <a:srgbClr val="0F172A"/>
                </a:solidFill>
                <a:latin typeface="Arial"/>
              </a:rPr>
              <a:t>Unggah Foto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Pilih 1 foto tunggal atau 1 folder sekuens pasien.
Layar akan menampilkan proses pembacaan file dengan aman.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TAHAP 2
</a:t>
            </a:r>
            <a:r>
              <a:rPr sz="1800" b="1">
                <a:solidFill>
                  <a:srgbClr val="0F172A"/>
                </a:solidFill>
                <a:latin typeface="Arial"/>
              </a:rPr>
              <a:t>Kalibrasi Ukuran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Tarik kotak di atas kartu (misal kartu 10×10 cm) atau tarik garis penggaris.
Tujuannya: Agar ukuran di layar sama persis dengan ukuran kaki nyata (px ke cm).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TAHAP 3
</a:t>
            </a:r>
            <a:r>
              <a:rPr sz="1800" b="1">
                <a:solidFill>
                  <a:srgbClr val="0F172A"/>
                </a:solidFill>
                <a:latin typeface="Arial"/>
              </a:rPr>
              <a:t>Tandai Titik Kaki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Cukup klik 1 kali pada ibu jari atau telapak kaki.
Lingkaran otomatis terbentuk dan arah rambat panas langsung dihitung.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TAHAP 4
</a:t>
            </a:r>
            <a:r>
              <a:rPr sz="1800" b="1">
                <a:solidFill>
                  <a:srgbClr val="0F172A"/>
                </a:solidFill>
                <a:latin typeface="Arial"/>
              </a:rPr>
              <a:t>Simpan &amp; Ekspor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Klik tombol 'Save &amp; Export'.
Aplikasi langsung membuatkan gambar hitam-putih, tabel angka excel, dan file arsip lengkap.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LANGKAH 4  </a:t>
            </a:r>
            <a:r>
              <a:rPr sz="2800" b="1">
                <a:solidFill>
                  <a:srgbClr val="0F172A"/>
                </a:solidFill>
                <a:latin typeface="Arial"/>
              </a:rPr>
              <a:t>Standarisasi Lingkaran Grid 9×9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Bagaimana lingkaran pengamatan dibuat dan mengapa harus 9×9 sel kotak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1. Ukuran Pas 9×9 Kotak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Di dalam analisis ilmiah, telapak kaki dibagi menjadi kotak-kotak kecil teratur.
• Lingkaran penanda titik kaki distandarkan berdiameter tepat 9 kotak (radius 4.5 kotak).
• Tujuannya: Agar perhitungan suhu rata-rata di area tersebut selalu konsisten dan adil di semua pasien.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2. Menyesuaikan Jarak Kamera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Saat memotret, jarak kamera ke kaki bisa berbeda-beda (ada yang agak dekat, ada yang agak jauh).
• Berkat kalibrasi ukuran di awal, aplikasi otomatis mengatur besarnya lingkaran di layar.
• Ukuran aslinya di kulit pasien tetap sama persis: 1.2 sentimeter.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2011680"/>
            <a:ext cx="3328416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369A1"/>
                </a:solidFill>
                <a:latin typeface="Arial"/>
              </a:rPr>
              <a:t>3. Otomatis Naik Kelas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Jika Anda membuka file catatan dari aplikasi versi lama (v1.6 / v1.7) yang lingkarannya masih kecil (6×6):
✓ Aplikasi otomatis memperbesar lingkaran ke standar baru 9×9.
✓ Posisi titik tengah kaki tidak akan bergeser sedikit pun.
✓ Tidak perlu repot menandai ulang dari awal!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LANGKAH 5  </a:t>
            </a:r>
            <a:r>
              <a:rPr sz="2800" b="1">
                <a:solidFill>
                  <a:srgbClr val="0F172A"/>
                </a:solidFill>
                <a:latin typeface="Arial"/>
              </a:rPr>
              <a:t>Hasil Akhir yang Didapatkan (Output Analisis)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Dokumen dan gambar lengkap yang langsung siap digunakan untuk laporan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1. Gambar Telapak Kaki Jurnal (Fig. 1)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Latar belakang putih-hitam kontras tinggi.
• Lingkaran warna suhu tajam di area yang diperiksa.
• Pilihan garis halus standar jurnal internasional.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2784" y="201168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2. Peta Arah Rambat Panas (Kompas)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Mengukur penyebaran panas ke 8 arah (Utara, Timur, Selatan, Barat, dll).
• Panah menunjukkan arah aliran panas utama pada telapak kaki.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3. Tabel Angka Lengkap (File CSV / Excel)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Mencatat suhu tertinggi, terendah, dan rata-rata tiap titik kaki.
• Skala ukuran fisik (px/cm) tercatat rapi untuk rekam medis.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420624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4. Paket Arsip 1-Klik (File ZIP &amp; JSON)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Semua gambar, grafik, dan tabel dibungkus dalam 1 file ZIP.
• File catatan (.json) bisa dibuka kembali kapan saja tanpa kehilangan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